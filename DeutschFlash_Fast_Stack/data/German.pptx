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2a77a0b2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2a77a0b2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2a77a0b2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2a77a0b2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2a77a0b2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2a77a0b2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2a77a0b2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2a77a0b2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2a77a0b2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2a77a0b2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2a77a0b2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2a77a0b2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2a77a0b2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2a77a0b2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2a77a0b2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2a77a0b2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2a77a0b2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2a77a0b2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2a77a0b2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2a77a0b2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earn German By reading watching titles like that undertsnaindg concept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0" l="30" r="20" t="0"/>
          <a:stretch/>
        </p:blipFill>
        <p:spPr>
          <a:xfrm>
            <a:off x="-35700" y="0"/>
            <a:ext cx="9210675" cy="5147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single wide illustrated scene in Studio Ghibli anime storybook style — soft watercolor textures, warm earthy tones, cheerful and VERY colorful palette, hand-painted feel, gentle linework. The scene is a cozy, familiar German setting (village square, bakery, kitchen, park, train station, etc.) that visually teaches this German grammar topic: [Now comes the dative prepositions, bei, bei, mit, aus, nach, von]&#10;&#10;Place 7–9 characters or objects in the scene. Each one has a bright, color-coded speech bubble or floating label. Every label follows these strict rules:&#10;&#10;1. Maximum 4 words in German — use only A1-level (beginner) vocabulary.&#10;2. Below the German text, in smaller font, add the English translation in parentheses.&#10;3. Each label demonstrates one clear, simple example of [TOPIC].&#10;4. Each bubble must be a DIFFERENT bright color (yellow, mint green, coral, sky blue, lavender, peach, lime — all vivid and cheerful).&#10;5. Font must be large, bold, and easy to read.&#10;6. No advanced grammar. No long sentences. Keep it like a children's picture book.&#10;&#10;The whole image should feel like an explosion of friendly colors — like a Ghibli film crossed with a colorful A1 German textbook page. No English text anywhere except inside the translation parentheses.&#10;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single wide illustrated scene in Studio Ghibli anime storybook style — soft watercolor textures, warm earthy tones, cheerful and VERY colorful palette, hand-painted feel, gentle linework. The scene is a cozy, familiar German setting (village square, bakery, kitchen, park, train station, etc.) that visually teaches this German grammar topic: [seit, ab, gegenüber, zu, an- vorbei.]&#10;&#10;Place 7–9 characters or objects in the scene. Each one has a bright, color-coded speech bubble or floating label. Every label follows these strict rules:&#10;&#10;1. Maximum 4 words in German — use only A1-level (beginner) vocabulary.&#10;2. Below the German text, in smaller font, add the English translation in parentheses.&#10;3. Each label demonstrates one clear, simple example of [TOPIC].&#10;4. Each bubble must be a DIFFERENT bright color (yellow, mint green, coral, sky blue, lavender, peach, lime — all vivid and cheerful).&#10;5. Font must be large, bold, and easy to read.&#10;6. No advanced grammar. No long sentences. Keep it like a children's picture book.&#10;&#10;The whole image should feel like an explosion of friendly colors — like a Ghibli film crossed with a colorful A1 German textbook page. No English text anywhere except inside the translation parentheses.&#10;seit, ab, gegenüber, zu, an, vorbei.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single wide illustrated scene in Studio Ghibli anime storybook style — soft watercolor textures, warm earthy tones, cheerful and VERY colorful palette, hand-painted feel, gentle linework. The scene is a cozy, familiar German setting (village square, bakery, kitchen, park, train station, etc.) that visually teaches this German grammar topic: [Next one is accusative preposition, bis, für, um, durch, ohne, gegen, and entlang.]&#10;&#10;Place 7–9 characters or objects in the scene. Each one has a bright, color-coded speech bubble or floating label. Every label follows these strict rules:&#10;&#10;1. Maximum 4 words in German — use only A1-level (beginner) vocabulary.&#10;2. Below the German text, in smaller font, add the English translation in parentheses.&#10;3. Each label demonstrates one clear, simple example of [TOPIC].&#10;4. Each bubble must be a DIFFERENT bright color (yellow, mint green, coral, sky blue, lavender, peach, lime — all vivid and cheerful).&#10;5. Font must be large, bold, and easy to read.&#10;6. No advanced grammar. No long sentences. Keep it like a children's picture book.&#10;&#10;The whole image should feel like an explosion of friendly colors — like a Ghibli film crossed with a colorful A1 German textbook page. No English text anywhere except inside the translation parentheses.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single wide illustrated scene in Studio Ghibli anime storybook style — soft watercolor textures, warm earthy tones, cheerful and VERY colorful palette, hand-painted feel, gentle linework. The scene is a cozy, familiar German setting (village square, bakery, kitchen, park, train station, etc.) that visually teaches this German grammar topic: [Now comes the two-way prepositions vor, auf, zwischen, hinter, unter, neben, an, in, über.]&#10;&#10;Place 7–9 characters or objects in the scene. Each one has a bright, color-coded speech bubble or floating label. Every label follows these strict rules:&#10;&#10;1. Maximum 4 words in German — use only A1-level (beginner) vocabulary.&#10;2. Below the German text, in smaller font, add the English translation in parentheses.&#10;3. Each label demonstrates one clear, simple example of [TOPIC].&#10;4. Each bubble must be a DIFFERENT bright color (yellow, mint green, coral, sky blue, lavender, peach, lime — all vivid and cheerful).&#10;5. Font must be large, bold, and easy to read.&#10;6. No advanced grammar. No long sentences. Keep it like a children's picture book.&#10;&#10;The whole image should feel like an explosion of friendly colors — like a Ghibli film crossed with a colorful A1 German textbook page. No English text anywhere except inside the translation parentheses.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single wide illustrated scene in Studio Ghibli anime storybook style — soft watercolor textures, warm earthy tones, cheerful and VERY colorful palette, hand-painted feel, gentle linework. The scene is a cozy, familiar German setting (village square, bakery, kitchen, park, train station, etc.) that visually teaches this German grammar topic: [Morgen, übermorgen, heute, gestern, vorgestern, guten Abend, guten Morgen, guten Tag, Nachmittag, um Mitternacht, in der Nacht.]&#10;&#10;Place 7–9 characters or objects in the scene. Each one has a bright, color-coded speech bubble or floating label. Every label follows these strict rules:&#10;&#10;1. Maximum 4 words in German — use only A1-level (beginner) vocabulary.&#10;2. Below the German text, in smaller font, add the English translation in parentheses.&#10;3. Each label demonstrates one clear, simple example of [TOPIC].&#10;4. Each bubble must be a DIFFERENT bright color (yellow, mint green, coral, sky blue, lavender, peach, lime — all vivid and cheerful).&#10;5. Font must be large, bold, and easy to read.&#10;6. No advanced grammar. No long sentences. Keep it like a children's picture book.&#10;&#10;The whole image should feel like an explosion of friendly colors — like a Ghibli film crossed with a colorful A1 German textbook page. No English text anywhere except inside the translation parentheses.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aw a single wide illustration of a riverside village with boats and a bridge. Art style: retro 90s-2000s school textbook illustration style — clean linework, bright cheerful flat colors, simple friendly characters like old Dorling Kindersley books.&#10;&#10;The scene teaches German grammar topic: W-fragen&#10;&#10;Fill the scene with 12 different characters or objects. Each one has a floating speech bubble. Follow these strict rules for every bubble:&#10;&#10;1. MAX 4 words of German — A1 beginner level only. Simple everyday words.&#10;2. Directly below, show the English meaning in smaller text inside (parentheses).&#10;3. Every bubble is a DIFFERENT vivid color — use bold, saturated colors like: hot pink, bright yellow, lime green, sky blue, coral orange, lavender, mint green. No white or grey bubbles.&#10;4. Text is large, bold, and easy to read from across the room.&#10;5. Each bubble shows one clear example of: W-fragen&#10;6. Characters are fun, expressive, and cartoonish — exaggerated emotions.&#10;7. The overall image must feel like an EXPLOSION of color — every corner is bright, busy, and joyful.&#10;8. Background is fully illustrated, detailed, and colorful — no plain white backgrounds.&#10;&#10;The image should look like a page ripped from a vibrant 2000s children's language textbook — chaotic, fun, impossible to be bored by.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/>
          <p:cNvPicPr preferRelativeResize="0"/>
          <p:nvPr/>
        </p:nvPicPr>
        <p:blipFill rotWithShape="1">
          <a:blip r:embed="rId3">
            <a:alphaModFix/>
          </a:blip>
          <a:srcRect b="0" l="30" r="20" t="0"/>
          <a:stretch/>
        </p:blipFill>
        <p:spPr>
          <a:xfrm>
            <a:off x="-35700" y="0"/>
            <a:ext cx="9210675" cy="5147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/>
          <p:cNvPicPr preferRelativeResize="0"/>
          <p:nvPr/>
        </p:nvPicPr>
        <p:blipFill rotWithShape="1">
          <a:blip r:embed="rId3">
            <a:alphaModFix/>
          </a:blip>
          <a:srcRect b="0" l="30" r="20" t="0"/>
          <a:stretch/>
        </p:blipFill>
        <p:spPr>
          <a:xfrm>
            <a:off x="-35700" y="0"/>
            <a:ext cx="9210675" cy="5147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